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MID-YEAR REVIEW · 年中工作复盘</a:t>
            </a:r>
          </a:p>
          <a:p>
            <a:pPr>
              <a:spcBef>
                <a:spcPts val="400"/>
              </a:spcBef>
              <a:defRPr sz="2000" b="1">
                <a:solidFill>
                  <a:srgbClr val="111827"/>
                </a:solidFill>
              </a:defRPr>
            </a:pPr>
            <a:r>
              <a:t>业务方向聚焦与落地攻坚 · AI 工程化探索沉淀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围绕核心业务场景打通可用性闭环与体验规范；持续推进 AI 从原型验证到统一工具链、规范代码资产的高效演进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411480"/>
            <a:ext cx="1371600" cy="320040"/>
          </a:xfrm>
          <a:prstGeom prst="roundRect">
            <a:avLst/>
          </a:prstGeom>
          <a:solidFill>
            <a:srgbClr val="F3F4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2024 年中总结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9441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01  业务项目部分  |  方向变更与聚焦 · 落地周期拉长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6675120" cy="2423160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SMG 1.0   移动办公、组网等场景 Job 能力融合管理平台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993392"/>
            <a:ext cx="1371600" cy="256032"/>
          </a:xfrm>
          <a:prstGeom prst="roundRect">
            <a:avLst/>
          </a:prstGeom>
          <a:solidFill>
            <a:srgbClr val="FEF3C7"/>
          </a:solidFill>
          <a:ln w="63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2400E"/>
                </a:solidFill>
              </a:defRPr>
            </a:pPr>
            <a:r>
              <a:t>预计 10.16 预发布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9933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900+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自检/演示检视问题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331720"/>
            <a:ext cx="19933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70%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问题整体闭环率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2331720"/>
            <a:ext cx="19933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核心体验缺陷已闭环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63093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• 高保真业务 Demo 与可用性闭环：覆盖设备管理与全球安全核心页面，完成 2 个 AF 专家可用性测试，识别 33 个问题，关键体验问题（接入地址配置不合理、接入码无法导出、前置后置策略不理解等）与规划同步并在研发闭环。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</a:defRPr>
            </a:pPr>
            <a:r>
              <a:t>• 9+ 业务规范统一定义：主导高级搜索、对象选择器、权限管理、批量导入、配置下发、表格操作、导航栏、时间展示、空状态及文案等规范落地，部分已沉淀为 AI 资产技能。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3246120" cy="1874519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全球加速 GA   [国庆后 Beta]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让全球办公员工快速访问跨境业务</a:t>
            </a:r>
          </a:p>
          <a:p>
            <a:pPr>
              <a:spcBef>
                <a:spcPts val="500"/>
              </a:spcBef>
              <a:defRPr sz="900">
                <a:solidFill>
                  <a:srgbClr val="334155"/>
                </a:solidFill>
              </a:defRPr>
            </a:pPr>
            <a:r>
              <a:t>• 前期完成竞品分析、AI 静态图发散与交付调研举措；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输出高保真 AI Demo 通过 TR1 需求评审，部分需求（天枢全球一张网）直接复用 AI 代码交付；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已完成立项与迭代一开发，当前检视中。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4434840"/>
            <a:ext cx="3246120" cy="1874519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91440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GEN AI   [审慎投入 · 保持观察]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保障端侧 AI 安全使用与行为管控</a:t>
            </a:r>
          </a:p>
          <a:p>
            <a:pPr>
              <a:spcBef>
                <a:spcPts val="500"/>
              </a:spcBef>
              <a:defRPr sz="900">
                <a:solidFill>
                  <a:srgbClr val="334155"/>
                </a:solidFill>
              </a:defRPr>
            </a:pPr>
            <a:r>
              <a:t>• 目前仅支持审计看清管控，筑牢安全合规底线；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430 Beta 测试后，针对无感隔离与零信任动态授权产线暂缓投入，无感沙箱方案搁置；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核心成因：企业侧成熟 GenAI 使用场景短期尚不明确，理性控本待时机成熟。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536192"/>
            <a:ext cx="41879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11827"/>
                </a:solidFill>
              </a:defRPr>
            </a:pPr>
            <a:r>
              <a:t>02  AI 深度探索部分  |  常态化推进 · 提效沉淀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901952"/>
            <a:ext cx="4187952" cy="1353312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SD 高保真技能突破   [标准 Token 体系]</a:t>
            </a:r>
          </a:p>
          <a:p>
            <a:pPr>
              <a:spcBef>
                <a:spcPts val="200"/>
              </a:spcBef>
              <a:defRPr sz="1000" b="1">
                <a:solidFill>
                  <a:srgbClr val="059669"/>
                </a:solidFill>
              </a:defRPr>
            </a:pPr>
            <a:r>
              <a:t>直出还原率 80% ~ 90%（微调达 90%）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提取全局视觉样式 Token、基础组件 Token、公用页面模板 Token 等输出 SD 高保真技能，多案例打磨下在基础表单表格页实现高准确度快速直出。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364992"/>
            <a:ext cx="4187952" cy="1444752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统一交付工具链演进   [协同 UEDC]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路径演进：探索 Vue+Ant 到 HTML+IDUX、Vue+IDUX 多种实现路径；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协同赋能：辅助 UEDC 进行统建工具调试与整改，已有业务项目基于统一工具交付中；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前沿孵化：输出体验目标量化、检视评估等 MVP 阶段技能。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919472"/>
            <a:ext cx="4187952" cy="1389888"/>
          </a:xfrm>
          <a:prstGeom prst="roundRect">
            <a:avLst/>
          </a:prstGeom>
          <a:solidFill>
            <a:srgbClr val="FAFAF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业务规范代码资产沉淀   [持续提效支撑]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代码资产库建设：基于多项目 AI Demo 实战，沉淀 SMG、SASE 系列产品业务规范代码资产；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</a:defRPr>
            </a:pPr>
            <a:r>
              <a:t>• 长效复用赋能：从孤立 Demo 走向规范组件库复用，为后续 SMG 版本的 AI Demo 迭代输出形成显著的提效与质量保障。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2024 年中总结与复盘  |  聚焦核心体验 · 稳健推进迭代  |  AI 效能工程化实践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